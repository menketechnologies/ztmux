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9ea9ba04-d50e-0648-7052-831bd251da63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Shadow" id="{4af71e31-c2d6-1bcb-3810-123142daabda}">
          <p14:sldIdLst>
            <p14:sldId id="262"/>
            <p14:sldId id="263"/>
            <p14:sldId id="264"/>
            <p14:sldId id="265"/>
          </p14:sldIdLst>
        </p14:section>
        <p14:section name="Measured" id="{05bf8d1f-9454-75c4-ee65-02f6f0481070}">
          <p14:sldIdLst>
            <p14:sldId id="266"/>
            <p14:sldId id="267"/>
            <p14:sldId id="268"/>
            <p14:sldId id="269"/>
            <p14:sldId id="270"/>
          </p14:sldIdLst>
        </p14:section>
        <p14:section name="Extensions" id="{a52fdc2d-204f-0732-9b6d-805e225f1edf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Interface" id="{223cc738-d177-19ef-d071-c257f332f192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Plugins" id="{792f4e24-9e5a-79fa-2b42-4464539022d0}">
          <p14:sldIdLst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Reference" id="{06ffee54-68dd-a5f7-f38d-6028bdb09e84}">
          <p14:sldIdLst>
            <p14:sldId id="294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people who run tmux today and want to know what ztmux gives them. Everything here is a command or setting from the README and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ztmux is a from-source port of tmux to Rust: the server, the client, the grid and screen model, the input parser, layouts, the command language, formats and the terminal back end. It is not a wrapper around the tmux binary and it is not control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parts in the order you would meet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with cargo and run it. The binary is ztmux and it links no C library beyond libc. ztmux needs a Rust toolchain and a terminfo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event loop is Rust, replacing tmux's libevent, and terminfo is read by terminfo-lean. There is nothing to pkg-config.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ztmux opens its own socket namespace, ztmux-&lt;uid&gt;, so it never collides with a running tmux. You can run both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ztmux shadow is the whole opt-in. It installs a tmux shim beside a ztmux one in ~/.ztmux/bin and prints the shell lines that activate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it is compiled into the binary, so the install needs nothing from the source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stdout is shell code only, so the same output both evals and pastes.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ztmux doctor health-checks the build, the terminal, the shadow install, the socket, the reachable server and the resource limits. It exits non-zero on warnings or errors so it drops into a CI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parity suite runs identical inputs through the real tmux and ztmux and diffs them byte for byte. It stands at 1656 of 1656 gated cases passing with nothing quarantined.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runner uses target/release/ztmux and builds it only when that file is absent, so rebuild after changing the port or the run measures the previous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ztmux 3.7.47 against tmux 3.7c on Darwin arm64, best of 60 reps, from scripts/bench_vs_tmux.sh dated 2026-09-03.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memory and size rows are the reproducible ones. Timings on a busy laptop are dominated by whatever else is scheduling, so one run is not a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script runs both binaries back to back on the same machine, same geometry and same commands, and prints your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the port, ztmux adds subcommands with no upstream counterpart. Every one accepts -o json or --json for scripting, and ztmux verbs lists them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One-shot, pipeable views of the live server, built on the structured list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what the panes actually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One-shot rollups and a lifecycle event stream for watchers.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Full-screen views of the running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 runs every line as ztmux &lt;line&gt; against the selected socket with a reedline editor. Tab completes commands, flags, option values and extension subcommands. History persists to ~/.ztmux/repl_history.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editor is keyed emacs or vi from the first source that names a mode, so a vi-keyed tmux config keys the console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triggers runs any ztmux command when a regex matches a pane's output, reviving tmux's removed monitor-content as a general sense and act loop. Rules live in ~/.ztmux/triggers.json.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abnormal server exit leaves a backtrace, written whether or not the server was started with -v.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interactive surfaces rendered with ratatui, on by default. Set @ztmux-ratatui off for a classic plain-tmux server; the default draw path and the parity suite are then untouched.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palette completes the whole command line: flags come from each command's args_parse template and slot meanings from its usage string.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 in with @ztmux-zellij-mode on. Every pane is inset by a one-cell ring so a program can never draw on the frame, and the box recolours for sync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prefix C-f toggles a floating pane: a real pane on a floating layout cell drawn above the tiled layout. It moves and resizes like any other pane.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ztmux modal on installs zellij-style modes, each a sticky key table entered without a prefix. It is off by default because the Ctrl keys are intercepted globally.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 writes every session, window and pane to ~/.ztmux/resurrect with layout, cwd and the running command line. restore recreates what is missing and leaves live panes alone, so it is safe to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ztmux open, also in the pane menu, scans the current pane for URLs and file paths and shows a picker. Enter opens the selection and y copies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are set with set -g in your tmux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znative installs and loads tmux plugins from one content-addressed store. One line in .tmux.conf self-installs on the first server start and loads with zero network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docs/ZNATIVE.md.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unmodified TPM plugin installs with no metadata at all. Native plugins are a cdylib loaded through the versioned ztnative ABI.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port always wins: a plugin cannot shadow a tmux command or format. Unload purges every registration before dlclose.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load and add spec is auto-classified.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installable plugins ship in examples/, three of them native rewrites of TPM plugins.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extension accepts -o json or --json. The output formats the console completes are json, jsonl, csv, tsv, table and 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page people can photograph.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Parity bugs are easiest to fix with a repro that runs against both multiplexers. Include the case as a shell scenario or a FORMAT string.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zard/RustroverProjects/MenkeTechnologiesMeta/ztmux/docs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wizard/RustroverProjects/MenkeTechnologiesMeta/ztmux/docs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wizard/RustroverProjects/MenkeTechnologiesMeta/ztmux/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for users</a:t>
            </a:r>
            <a:endParaRPr lang="en-US" sz="22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474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tmux, rewritten in Rust</a:t>
            </a:r>
            <a:endParaRPr lang="en-US" sz="44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The whole multiplexer: server and client.</a:t>
            </a:r>
            <a:endParaRPr lang="en-US" sz="26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it 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overview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55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ztmux is a from-source port of tmux to Rust: the server, the client, the grid and screen model, the input parser, layouts, the command language, formats and the terminal back end. It is not a wrapper around the tmux binary and it is not control mode.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2546985"/>
            <a:ext cx="2491740" cy="35794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755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tmux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69945"/>
            <a:ext cx="194310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Server and client, not a wrapper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546985"/>
            <a:ext cx="2491740" cy="35794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755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69945"/>
            <a:ext cx="194310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 from-source port of the C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546985"/>
            <a:ext cx="2491740" cy="35794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755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69945"/>
            <a:ext cx="194310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Byte-for-byte parity suite against tmux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546985"/>
            <a:ext cx="2491740" cy="35794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755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extras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69945"/>
            <a:ext cx="194310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Extra verbs and a plugin ABI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this deck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Seven parts in the order you would meet them.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7955280"/>
              </a:tblGrid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Part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Contents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Start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Install, sockets, requirements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Shadow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Standing in for tmux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Measured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Parity and cost against tmux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Extensions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Inspection, panes, streams, TUIs, console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Interface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Ratatui UI, floats, modal keys, resurrect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Plugins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znative, TPM scripts, native plugins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Reference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Settings, JSON output, cheat sheets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Install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Build with cargo and run it. The binary is ztmux and it links no C library beyond libc. ztmux needs a Rust toolchain and a terminfo database.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--release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run --release -- new-session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55770"/>
            <a:ext cx="10515600" cy="187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The command line is tmux's: new-session, split-window, attach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600" dirty="0">
                <a:solidFill>
                  <a:schemeClr val="bg2"/>
                </a:solidFill>
              </a:rPr>
              <a:t>No pkg-config, no -dev packages, no Homebrew prefix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No C libraries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event loop is Rust, replacing tmux's libevent, and terminfo is read by terminfo-lean. There is nothing to pkg-config.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loop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src/extensions/event_loop, in Rust, replacing libevent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Terminfo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Read by terminfo-lean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Only system libraries on macOS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Toolchain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Rust and a terminfo database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Its own socket namespace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sockets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ztmux opens its own socket namespace, ztmux-&lt;uid&gt;, so it never collides with a running tmux. You can run both at once.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new-session -d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list-sessions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55770"/>
            <a:ext cx="10515600" cy="187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A ztmux server and a tmux server do not share sessions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ztmux adopts $TMUX only for a socket in its own directory, so it never speaks its protocol at a tmux server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Shadowing tmux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shadow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ztmux shadow is the whole opt-in. It installs a tmux shim beside a ztmux one in ~/.ztmux/bin and prints the shell lines that activate it.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shadow                  # install ~/.ztmux/{bin,man,completions}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"$(ztmux shadow)"        # apply here, or paste into ~/.zshrc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shadow -n               # print the lines, install nothing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shadow installs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shadow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All of it is compiled into the binary, so the install needs nothing from the source tree.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tmux and ztmux shims in ~/.ztmux/bin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ztmux.1, ztmuxall.1 and a tmux.1 copy in ~/.ztmux/man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_ztmux plus a _tmux wrapper that shadows the system one by file name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lines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PATH, MANPATH and fpath, printed on stdout only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Shadow safety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shadow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stdout is shell code only, so the same output both evals and pastes.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400800"/>
              </a:tblGrid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chemeClr val="accent1"/>
                          </a:solidFill>
                        </a:rPr>
                        <a:t>Behaviour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chemeClr val="accent1"/>
                          </a:solidFill>
                        </a:rPr>
                        <a:t>Detail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Summary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Goes to stderr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Lines already satisfied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Printed commented out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--all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Prints every line uncommented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Real file named tmux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Never clobbered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After a rebuild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Re-run it if the binary moved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doctor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doctor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ztmux doctor health-checks the build, the terminal, the shadow install, the socket, the reachable server and the resource limits. It exits non-zero on warnings or errors so it drops into a CI gate.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10515600" cy="985520"/>
          </a:xfrm>
          <a:prstGeom prst="roundRect">
            <a:avLst>
              <a:gd name="adj" fmla="val 1113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918460"/>
            <a:ext cx="98755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doctor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49700"/>
            <a:ext cx="10515600" cy="217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Reports PATH, which tmux a command line actually reaches, MANPATH and the completion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Exit status is the gate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Parity with tmux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parity suite runs identical inputs through the real tmux and ztmux and diffs them byte for byte. It stands at 1656 of 1656 gated cases passing with nothing quarantined.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1656 gated, all passing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Quarantined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None; parity/quarantine.txt is empty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vendored tmux C source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Tracked gaps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parity/known_gaps and docs/BUGS.md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Run the parity suite yourself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parity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runner uses target/release/ztmux and builds it only when that file is absent, so rebuild after changing the port or the run measures the previous binary.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parity/run_parity.sh --summary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parity/verify_one.sh parity/cases/NAME.sh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parity/run_known_gaps.sh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149215"/>
            <a:ext cx="105156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The last runner inverts the sense: GAP is the pass</a:t>
            </a: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Cost against tmux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ztmux 3.7.47 against tmux 3.7c on Darwin arm64, best of 60 reps, from scripts/bench_vs_tmux.sh dated 2026-09-03.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011680"/>
                <a:gridCol w="2011680"/>
                <a:gridCol w="2103120"/>
              </a:tblGrid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Measurement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ztmux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tmux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Ratio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Cold start (new-session -d)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25.42 ms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24.73 ms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1.03x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Warm round trip (list-sessions)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10.55 ms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9.37 ms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1.13x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Server RSS, 1 window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6272 KiB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4160 KiB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1.51x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Server RSS, 20 windows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6464 KiB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4192 KiB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1.54x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Binary on disk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7.9 MiB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977 KiB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8.24x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How to read the numbers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memory and size rows are the reproducible ones. Timings on a busy laptop are dominated by whatever else is scheduling, so one run is not a ranking.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start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Within a millisecond of the C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trip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About 1.2 ms more per command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About 2 MiB more at rest; nearly flat per window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size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Not like for like: tmux dynamically links libevent, ncurses and others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Measure on your machine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script runs both binaries back to back on the same machine, same geometry and same commands, and prints your numbers.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./scripts/bench_vs_tmux.sh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REPS=60 WINDOWS=20 ./scripts/bench_vs_tmux.sh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55770"/>
            <a:ext cx="10515600" cy="187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chemeClr val="bg2"/>
                </a:solidFill>
              </a:rPr>
              <a:t>Both binaries run with -f /dev/null and /bin/cat, so config is excluded</a:t>
            </a:r>
            <a:endParaRPr lang="en-US" sz="2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700" dirty="0">
                <a:solidFill>
                  <a:schemeClr val="bg2"/>
                </a:solidFill>
              </a:rPr>
              <a:t>A real .tmux.conf dominates start time for both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114 original subcommands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extensions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Beyond the port, ztmux adds subcommands with no upstream counterpart. Every one accepts -o json or --json for scripting, and ztmux verbs lists them all.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src/extensions, exempt from the anti-drift gate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-o json on every extension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ztmux verbs [filter]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man ztmux, EXTENSIONS section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Inspection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extensions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One-shot, pipeable views of the live server, built on the structured list output.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40664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Family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Verbs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Processes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ps, pstree, mem, state, elapsed, cmd, startcmd, nested, tty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Geometry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size, density, layouts, solo, zoom, winsize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Directories and repos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cwd, project, git, remote, ahead, changes, stash, commit, vcs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Network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ssh, net, ports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Clients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who, readonly, idle, viewers, connected, keytable, control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Config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hooks, keys, monitor, remain, sync, limit, visual, mouse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Pane contents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extensions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Read what the panes actually hold.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956816" cy="4008120"/>
          </a:xfrm>
          <a:prstGeom prst="roundRect">
            <a:avLst>
              <a:gd name="adj" fmla="val 560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peek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408176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Every pane's visible screen under a header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962656" y="2118360"/>
            <a:ext cx="1956816" cy="4008120"/>
          </a:xfrm>
          <a:prstGeom prst="roundRect">
            <a:avLst>
              <a:gd name="adj" fmla="val 560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36976" y="23469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grep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3236976" y="2941320"/>
            <a:ext cx="1408176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The lines matching a pattern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102352" y="2118360"/>
            <a:ext cx="1956816" cy="4008120"/>
          </a:xfrm>
          <a:prstGeom prst="roundRect">
            <a:avLst>
              <a:gd name="adj" fmla="val 560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76672" y="23469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finder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5376672" y="2941320"/>
            <a:ext cx="1408176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Panes whose command, path or title match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7242048" y="2118360"/>
            <a:ext cx="1956816" cy="4008120"/>
          </a:xfrm>
          <a:prstGeom prst="roundRect">
            <a:avLst>
              <a:gd name="adj" fmla="val 560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516368" y="23469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</a:t>
            </a:r>
            <a:endParaRPr lang="en-US" sz="2300" dirty="0"/>
          </a:p>
        </p:txBody>
      </p:sp>
      <p:sp>
        <p:nvSpPr>
          <p:cNvPr id="17" name="Text 14"/>
          <p:cNvSpPr txBox="1"/>
          <p:nvPr/>
        </p:nvSpPr>
        <p:spPr>
          <a:xfrm>
            <a:off x="7516368" y="2941320"/>
            <a:ext cx="1408176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Everything about one resolved pane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9381744" y="2118360"/>
            <a:ext cx="1956816" cy="4008120"/>
          </a:xfrm>
          <a:prstGeom prst="roundRect">
            <a:avLst>
              <a:gd name="adj" fmla="val 560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56064" y="234696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9656064" y="2941320"/>
            <a:ext cx="1408176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Panes ranked by scrollback held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Summaries and streams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extensions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One-shot rollups and a lifecycle event stream for watchers.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One-shot server rollup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8912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Session, window, pane tree as DOT, Mermaid or HTML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95528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Server lifecycle changes as newline-delimited JSON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Live TUIs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extensions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Full-screen views of the running server.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Full-screen server monitor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8912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switcher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Fuzzy session, window and pane picker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955280" y="2118360"/>
            <a:ext cx="3383280" cy="4008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346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941320"/>
            <a:ext cx="283464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top-like per-pane process monitor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repl console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repl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repl runs every line as ztmux &lt;line&gt; against the selected socket with a reedline editor. Tab completes commands, flags, option values and extension subcommands. History persists to ~/.ztmux/repl_history.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91846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repl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 : display-popup -E "ztmux repl"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list-sessions | ztmux repl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006340"/>
            <a:ext cx="105156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Shell builtins such as cd, pwd, export and mkdir run in the console process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Non-terminal stdin falls back to a plain line reader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Console editing mode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repl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editor is keyed emacs or vi from the first source that names a mode, so a vi-keyed tmux config keys the console the same way.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$ZTMUX_REPL_EDIT_MODE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@ztmux-repl-edit-mode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server's status-keys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$VISUAL or $EDITOR naming a vi editor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Actions and automation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triggers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triggers runs any ztmux command when a regex matches a pane's output, reviving tmux's removed monitor-content as a general sense and act loop. Rules live in ~/.ztmux/triggers.json.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triggers wizard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triggers add &lt;name&gt; &lt;pane&gt; &lt;match&gt; &lt;action&gt;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triggers arm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149215"/>
            <a:ext cx="105156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Actions also include prune, equalize, revive, clearall, retitle, bcast, layout and pick</a:t>
            </a: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Diagnostics on a crash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diagnostics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Every abnormal server exit leaves a backtrace, written whether or not the server was started with -v.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3383280" cy="3627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Crash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283464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~/.ztmux/server-crash-&lt;pid&gt;.txt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89120" y="2499360"/>
            <a:ext cx="3383280" cy="3627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727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Panic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322320"/>
            <a:ext cx="283464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~/.ztmux/server-panic-&lt;pid&gt;.txt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7955280" y="2499360"/>
            <a:ext cx="3383280" cy="362712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727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tables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322320"/>
            <a:ext cx="283464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~/.ztmux/key-tables.log records each destruction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Ratatui interface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ui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Original interactive surfaces rendered with ratatui, on by default. Set @ztmux-ratatui off for a classic plain-tmux server; the default draw path and the parity suite are then untouched.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Hint bar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Which-key on the prefix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Palette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Floating command palette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ratatui clock and display-panes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Scrollback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Edit in $EDITOR with prefix 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Command palette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ui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palette completes the whole command line: flags come from each command's args_parse template and slot meanings from its usage string.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Commands, aliases, extension verbs and subcommands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After - and --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Panes, windows, sessions, clients, buffers, keys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Narrowed to the command's scope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Zellij-style frames and tabs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ui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Opt in with @ztmux-zellij-mode on. Every pane is inset by a one-cell ring so a program can never draw on the frame, and the box recolours for sync state.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Rounded box with the pane name in the top border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prefix + collapses other panes to title bars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ztmux tabs on adds a tab bar of windows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ztmux sessions opens a session manager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Floating panes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floats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prefix C-f toggles a floating pane: a real pane on a floating layout cell drawn above the tiled layout. It moves and resizes like any other pane.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move-pane -P centre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move-pane -X10 -Y4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resize-pane -x50% -y50%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149215"/>
            <a:ext cx="105156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With mouse on, drag the top border to move it and other borders to resize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@ztmux-float-autohide switches to the zellij model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Modal keybindings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modal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ztmux modal on installs zellij-style modes, each a sticky key table entered without a prefix. It is off by default because the Ctrl keys are intercepted globally.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600200" cy="3293745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Ctrl-p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05156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Pane mode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606040" y="2832735"/>
            <a:ext cx="1600200" cy="3293745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80360" y="3061335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Ctrl-t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880360" y="3655695"/>
            <a:ext cx="105156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Tab mode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4389120" y="2832735"/>
            <a:ext cx="1600200" cy="3293745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63440" y="3061335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Ctrl-n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3655695"/>
            <a:ext cx="105156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Resize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6172200" y="2832735"/>
            <a:ext cx="1600200" cy="3293745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3061335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Ctrl-s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3655695"/>
            <a:ext cx="105156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Scroll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7955280" y="2832735"/>
            <a:ext cx="1600200" cy="3293745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0" y="3061335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Ctrl-o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3655695"/>
            <a:ext cx="105156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Session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9738360" y="2832735"/>
            <a:ext cx="1600200" cy="3293745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12680" y="3061335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Ctrl-g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0012680" y="3655695"/>
            <a:ext cx="105156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Lock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Resurrect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resurrect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99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save writes every session, window and pane to ~/.ztmux/resurrect with layout, cwd and the running command line. restore recreates what is missing and leaves live panes alone, so it is safe to repeat.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268986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91846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resurrect save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resurrect restore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resurrect list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006340"/>
            <a:ext cx="105156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set -g @ztmux-resurrect-auto on re-saves every 15 minutes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set -g @ztmux-resurrect-restore on restores once on a fresh server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open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open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ztmux open, also in the pane menu, scans the current pane for URLs and file paths and shows a picker. Enter opens the selection and y copies it.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985520"/>
          </a:xfrm>
          <a:prstGeom prst="roundRect">
            <a:avLst>
              <a:gd name="adj" fmla="val 1113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open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27450"/>
            <a:ext cx="10515600" cy="239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A URL opens with open or xdg-open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A file opens in $EDITOR at file:line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Like tmux-open and tmux-urlview, built in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Settings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settings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All are set with set -g in your tmux config.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5943600"/>
              </a:tblGrid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Option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Effect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@ztmux-ratatui off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Classic plain-tmux draw path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@ztmux-hint on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Prefix hint bar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@ztmux-zellij-mode on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Framed and inset panes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@ztmux-pane-name-format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Frame name as a tmux format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@ztmux-float-autohide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Hide floats while a tiled pane has focus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@ztmux-resurrect-auto on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Periodic snapshots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znative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znative installs and loads tmux plugins from one content-addressed store. One line in .tmux.conf self-installs on the first server start and loads with zero network after.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znative load owner/repo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znative list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620895"/>
            <a:ext cx="10515600" cy="1505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It is a real tmux command: .tmux.conf, the command prompt, a key binding and the shell all work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Needs git for remote sources and cargo for native plugins shipped as source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znative commands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From docs/ZNATIVE.md.</a:t>
            </a:r>
            <a:endParaRPr lang="en-US" sz="2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406640"/>
              </a:tblGrid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Command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What it does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load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Load installed plugins, or install and load a source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add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Install into the store and load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remove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Unload and delete the store copy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list, loaded, info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Installed, live, and full record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update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Re-resolve from the recorded source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5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gc, clean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Reclaim old versions and scratch directories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Two plugin kinds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An unmodified TPM plugin installs with no metadata at all. Native plugins are a cdylib loaded through the versioned ztnative ABI.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3383280" cy="365887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283464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 repo with *.tmux files, run with a tmux shim on PATH so it drives this server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389120" y="2467610"/>
            <a:ext cx="3383280" cy="365887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63440" y="269621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290570"/>
            <a:ext cx="283464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 cdylib the server dlopens through the ztnative ABI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7955280" y="2467610"/>
            <a:ext cx="3383280" cy="365887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69621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Auto-detect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290570"/>
            <a:ext cx="283464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A lib*.dylib or a Cargo.toml naming cdylib is native; otherwise *.tmux is script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a native plugin can do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port always wins: a plugin cannot shadow a tmux command or format. Unload purges every registration before dlclose.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Real tmux commands from .tmux.conf, keys, prompt and CLI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#{...} providers for the status line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Subscriptions to session-created, pane-exited and more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subprocess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Handlers run in the server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Plugin sources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load and add spec is auto-classified.</a:t>
            </a:r>
            <a:endParaRPr lang="en-US" sz="2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400800"/>
              </a:tblGrid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chemeClr val="accent1"/>
                          </a:solidFill>
                        </a:rPr>
                        <a:t>Form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chemeClr val="accent1"/>
                          </a:solidFill>
                        </a:rPr>
                        <a:t>Example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owner/repo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tmux-plugins/tmux-sensible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github:owner/repo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github:tmux-plugins/tmux-resurrect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git+URL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git+https://gitlab.com/team/plug.git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path:DIR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path:examples/plugin-hello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@ref pin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owner/repo@v1.2.0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Example plugins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Eight installable plugins ship in examples/, three of them native rewrites of TPM plugins.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5166360" cy="3627120"/>
          </a:xfrm>
          <a:prstGeom prst="roundRect">
            <a:avLst>
              <a:gd name="adj" fmla="val 3025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rewrites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461772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prefix-highlight, sensible, continuum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172200" y="2499360"/>
            <a:ext cx="5166360" cy="3627120"/>
          </a:xfrm>
          <a:prstGeom prst="roundRect">
            <a:avLst>
              <a:gd name="adj" fmla="val 3025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2727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3322320"/>
            <a:ext cx="461772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battery, hello, hooklog, sessionizer, tpm-style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Scripting with JSON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json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Every extension accepts -o json or --json. The output formats the console completes are json, jsonl, csv, tsv, table and yaml.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ps -o json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verbs pane -o json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events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84090"/>
            <a:ext cx="10515600" cy="1342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verbs emits {verb, kind, description} rows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events streams newline-delimited JSON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Cheat sheet: commands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cheat-sheet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page people can photograph.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37490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--release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new-session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"$(ztmux shadow)"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doctor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verbs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dashboard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resurrect save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znative load owner/repo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repl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Reporting a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users / issues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Parity bugs are easiest to fix with a repro that runs against both multiplexers. Include the case as a shell scenario or a FORMAT string.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tmux -L t -f /dev/null new-session -d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ztmux -L t -f /dev/null new-session -d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55770"/>
            <a:ext cx="10515600" cy="187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Open an issue with both outputs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Check docs/BUGS.md and parity/known_gaps first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Users/wizard/RustroverProjects/MenkeTechnologiesMeta/ztmux/doc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github.com/MenkeTechnologies/ztmux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5050A"/>
      </a:dk1>
      <a:lt1>
        <a:srgbClr val="0D0A1E"/>
      </a:lt1>
      <a:dk2>
        <a:srgbClr val="11112A"/>
      </a:dk2>
      <a:lt2>
        <a:srgbClr val="E6F4FF"/>
      </a:lt2>
      <a:accent1>
        <a:srgbClr val="05D9E8"/>
      </a:accent1>
      <a:accent2>
        <a:srgbClr val="05D9E8"/>
      </a:accent2>
      <a:accent3>
        <a:srgbClr val="FF2A6D"/>
      </a:accent3>
      <a:accent4>
        <a:srgbClr val="D300C5"/>
      </a:accent4>
      <a:accent5>
        <a:srgbClr val="9A9AB8"/>
      </a:accent5>
      <a:accent6>
        <a:srgbClr val="6A6A8C"/>
      </a:accent6>
      <a:hlink>
        <a:srgbClr val="05D9E8"/>
      </a:hlink>
      <a:folHlink>
        <a:srgbClr val="9A9AB8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ztmux for users</dc:title>
  <dc:subject>PptxGenJS Presentation</dc:subject>
  <dc:creator>PptxGenJS</dc:creator>
  <cp:lastModifiedBy>PptxGenJS</cp:lastModifiedBy>
  <cp:revision>1</cp:revision>
  <dcterms:created xsi:type="dcterms:W3CDTF">2026-10-10T00:41:04Z</dcterms:created>
  <dcterms:modified xsi:type="dcterms:W3CDTF">2026-10-10T00:41:04Z</dcterms:modified>
</cp:coreProperties>
</file>