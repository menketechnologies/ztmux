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entation" id="{8c686579-f116-b82c-0c75-4368b055715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Port rules" id="{edaea86f-0999-c35e-edb7-c3077fe2daf7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Verification" id="{8377b0ea-2c48-c7a9-29ca-fb6b949963b6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Architecture" id="{c48093cf-2a6d-d737-141d-3ffdc7a27bca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Plugins" id="{427fa28b-6c5a-8690-4c13-15ca6f6361a5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Contributing" id="{24a145b3-8bb6-9f6c-b0eb-596087bfbc6d}">
          <p14:sldIdLst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from the README, docs/PORT.md, docs/ZNATIVE.md and parity/PARITY_ROADMAP.md.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1:1 Rust port of tmux. Every line under src/ported traces to a line of upstream C in vendor/tmux. It is not a reimplementation, not a wrapper and not control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README layout tree. The crate has its own workspace root and excludes vendor/ so Cargo never walks into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reference, vendored as a plain committed copy so a clone is self-contained and never depends on an upstream staying alive.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ported function carries a back-link comment to its C origin so a reviewer can diff the two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nothing to pkg-config: the event loop is Rust and terminfo is read by terminfo-lean. build.rs runs lalrpop for the command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0 overrides every other rule. Before adding a fn, struct, enum, type or static under src/ported whose name is not in upstream tmux C, stop and ask the maintainer. Silence or a question is not permission.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port can be faked by inventing Rust-only helpers that do not exist in tmux, inflating apparent completeness. The listed excuses are exactly the ones the rule rejects.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tests/ported_fn_names_match_c.rs scans every .c and .y file under vendor/tmux, including compat, for function definitions, then fails the build when a free fn is added under src whose name has no counterpart.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gates check the shape of the port rather than its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 began as a faithful but almost entirely unsafe mechanical transpile. Done right is turning that working skeleton into good Rust without drifting from tmux.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subsystem, open its C counterpart in vendor/tmux, bring the Rust toward correct, idiomatic, memory-safe code, and stay green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identical inputs through the real tmux and ztmux and compares byte for byte. Same shape as the sibling ports: zshrs against zsh, strykelang against perl.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runner builds target/release/ztmux only when the file is absent. Rebuild after changing the port or the run measures the previous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77 cases compare what an attached client draws, by nesting a second server inside a pane of the first and attaching a client to it. That is the only way the suite can see rendering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was pinned to a single case, then ported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render cases were held out of the gate until the root cause was found: a pane's environment was missing the COLORTERM=truecolor the C sets in environ_for_session.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green suite is a statement about what the suite measures, not that nothing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parity/cases holds two flavours. The format cases are the bulk of the suite because the format mini-language is deterministic and stable across tmux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Cases are small and single-purpose, number-prefixed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every case the runner starts an isolated server per binary with its own socket, -f /dev/null and a fixed 80x24 geometry, under a timeout, then kills the server and compares.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Parity vs vendored tmux job runs the full suite in CI and uploads the failure log. Now that the suite is green it is a blocking ratchet: a case that diverges fails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mouse_scrollbar_locations.sh remains in known_gaps. Scrollbar geometry and drawing are ported, but the keyc mouse table is the older flat six-location enum where the C computes base + (button &lt;&lt; 8) +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.fmt or .sh file under parity/cases. To record a divergence ztmux does not yet match, add a .sh under parity/known_gaps and confirm it with run_known_gaps.sh.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tmux's own regression scripts run against ztmux, and a fuzz target compares behaviour with real tmux.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links only libc beyond the platform libraries; there is nothing to pkg-config.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Extensions live under src/extensions apart from the ported core, and are exempt from the anti-drift gate precisely because they are not tmux.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UI is rendered with ratatui rather than tmux's server draw. With @ztmux-ratatui off the default draw path and the byte-for-byte parity suite are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ztmux-core is a native tmux client engine that speaks the wire protocol to an existing server for GUI hosts. This repo is the whole server and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server that has been up for days is the one that hits the bug, so abnormal exits are recorded unconditionally.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scripts/bench_vs_tmux.sh, ztmux 3.7.47 against tmux 3.7c on Darwin arm64, 2026-09-03. Timings are noisy; memory and size are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native plugin is a cdylib compiled against ztnative, a single file it copies into its own src, so it builds with no dependencies. It registers commands, formats and hooks through a versioned C ABI.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rules the host enforces so a plugin can never corrupt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tmux plugin drives the server by shelling out to tmux. znative runs each *.tmux file with a tmux shim first on PATH that execs this ztmux against this server's socket.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content-addressed store under $ZTMUX_HOME/pkg with an index. There is no per-project manifest or lockfile.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no ztnative.toml the kind is auto-detected.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installable plugins in examples/, native and TPM-style.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Surface still unported, or that no case can reach yet, is tracked openly rather than counted as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look first, by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thing that is verifiable against the C or against real tmux.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zard/RustroverProjects/MenkeTechnologiesMeta/ztmux/doc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zard/RustroverProjects/MenkeTechnologiesMeta/ztmux/doc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wizard/RustroverProjects/MenkeTechnologiesMeta/ztmux/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for developers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port is built, gated and extended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Read docs/PORT.md before writing code.</a:t>
            </a:r>
            <a:endParaRPr lang="en-US" sz="26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the project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1:1 Rust port of tmux. Every line under src/ported traces to a line of upstream C in vendor/tmux. It is not a reimplementation, not a wrapper and not control mode.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src/ported mirrors the tmux C, function for function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vendor/tmux, a read-only SHA-pinned copy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src/extensions, original code that is not a port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Tests that fail the build on drift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Six parts.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Orientation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Layout, vendored source, build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Port rules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Rule 0, naming, the anti-drift gate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Verification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Parity suite, gaps, regress, fuzz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Architecture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Event loop, terminfo, ratatui, ztmux-core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Plugins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ztnative ABI and znative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Contributing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Workflow, open items, docs map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Repository layout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layout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From the README layout tree. The crate has its own workspace root and excludes vendor/ so Cargo never walks into the reference.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               # THE PORT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extensions/      # original code: event_loop, pkg (znative)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plugin-abi/        # ztnative.rs, one copied file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          # eight installable plugins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parity/            # ztmux-vs-tmux suite and roadmap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regress/           # 32 of tmux's own regression scripts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fuzz/              # cargo-fuzz and differential fuzzing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   # anti-drift gate and allowlist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vendor/tmux/       # C source of truth, read-only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vendored reference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vendor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One reference, vendored as a plain committed copy so a clone is self-contained and never depends on an upstream staying alive.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vendor/tmux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tmux/tmux C, currently next-3.7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The port; edit here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Back-links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Each ported fn carries a comment to its C origin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Cargo.toml excludes vendor/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Back-link comments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vendor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Every ported function carries a back-link comment to its C origin so a reviewer can diff the two at a glance.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1270000"/>
          </a:xfrm>
          <a:prstGeom prst="roundRect">
            <a:avLst>
              <a:gd name="adj" fmla="val 8640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vendor/tmux/grid.c:320  grid_create()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grid_create(sx: u32, sy: u32, hlimit: u32) -&gt; *mut grid {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Build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There is nothing to pkg-config: the event loop is Rust and terminfo is read by terminfo-lean. build.rs runs lalrpop for the command grammar.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--release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clippy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parity/run_parity.sh --summary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84090"/>
            <a:ext cx="10515600" cy="134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Stay green on build, clippy and the parity suite at every step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Rule 0: ask before inventing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5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Rule 0 overrides every other rule. Before adding a fn, struct, enum, type or static under src/ported whose name is not in upstream tmux C, stop and ask the maintainer. Silence or a question is not permission.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Do not write the helper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9758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Name the item and the one-sentence reason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17220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Only an explicit yes counts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84682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Add it to tests/data/fake_fn_allowlist.txt with the approval in the commit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Why the helpers are banned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port can be faked by inventing Rust-only helpers that do not exist in tmux, inflating apparent completeness. The listed excuses are exactly the ones the rule rejects.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Wrappers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Rust-only wrapper for borrow-checker reasons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Accessors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_take, _set, _get, _clear style accessors for a global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foo plus foo_impl for argument routing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*State, *Table, *Builder, *Config, *Context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anti-drift gate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tests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5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tests/ported_fn_names_match_c.rs scans every .c and .y file under vendor/tmux, including compat, for function definitions, then fails the build when a free fn is added under src whose name has no counterpart.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42235"/>
            <a:ext cx="10515600" cy="348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Pre-existing exceptions are frozen in tests/data/fake_fn_allowlist.txt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The allowlist is an audit trail to burn down, not a free pass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The port report tracks C to Rust coverage per function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More gates on the shape of the 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tests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Two gates check the shape of the port rather than its names.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30936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Test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Fails the build when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no_c_alloc_for_rust_types.rs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A struct holding Vec, String, CString or Box is allocated with xcalloc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no_key_code_truncation.rs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match key as u&lt;N&gt; drops the high bits of a 64-bit key_code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server_survives_bad_targets.rs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The real binary dies on a command whose target resolves to nothing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structured_output_under_c_locale.rs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The -o json path breaks under a non-UTF-8 client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extension_flags_reach_the_verb.rs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An extension's flags do not arrive at its verb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Done right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workflow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port began as a faithful but almost entirely unsafe mechanical transpile. Done right is turning that working skeleton into good Rust without drifting from tmux.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Start from a working skeleton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Shrink the unsafe surface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Verify against C at every step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Keep build and clippy green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Porting workflow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workflow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Pick a subsystem, open its C counterpart in vendor/tmux, bring the Rust toward correct, idiomatic, memory-safe code, and stay green at every step.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832735"/>
            <a:ext cx="10515600" cy="3293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Pick a subsystem: a .rs module under src/</a:t>
            </a:r>
            <a:endParaRPr lang="en-US" sz="2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Open its C counterpart in vendor/tmux/</a:t>
            </a:r>
            <a:endParaRPr lang="en-US" sz="2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Replace raw-pointer and unsafe C-isms with safe equivalents where behaviour allows</a:t>
            </a:r>
            <a:endParaRPr lang="en-US" sz="2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cargo build, cargo clippy and bash parity/run_parity.sh at every step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parity suite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Runs identical inputs through the real tmux and ztmux and compares byte for byte. Same shape as the sibling ports: zshrs against zsh, strykelang against perl.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1656 gated, 100%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Empty; the mechanism stays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tmux FORMAT strings or shell scenarios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parity/cases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Running 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runner builds target/release/ztmux only when the file is absent. Rebuild after changing the port or the run measures the previous binary.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parity/run_parity.sh --summary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parity/verify_one.sh parity/cases/NAME.sh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parity/run_known_gaps.sh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84090"/>
            <a:ext cx="10515600" cy="134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run_known_gaps inverts the sense: GAP is the pass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Seeing rendering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77 cases compare what an attached client draws, by nesting a second server inside a pane of the first and attaching a client to it. That is the only way the suite can see rendering at all.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server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 second server runs inside a pane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 client attaches to the inner server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77 cases, plus one that nests without a client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Most recent divergences were hiding here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Divergences the suite caught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Each was pinned to a single case, then ported correctly.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#{l:...} server crash from a dropped pointer increment in format_unescape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even-horizontal rounding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#{W:...} neighbour block; #{!:}; loop variables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copy-mode line numbers, display-menu -b, VS16 emoji width, OSC 8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 Linux-only divergence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Twelve render cases were held out of the gate until the root cause was found: a pane's environment was missing the COLORTERM=truecolor the C sets in environ_for_session.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Default theme colours fell back to 8-colour form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tmux-256color carried neither Tc nor RGB on Linux terminfo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Set COLORTERM=truecolor as environ_for_session does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All twelve now gate with the rest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Gaps are tracked, not counted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green suite is a statement about what the suite measures, not that nothing differs.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known_gaps/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Deliberately unported behaviour, expected to diverge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BUGS.md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An open list with named gaps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Inverted runner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run_known_gaps.sh passes when the gap is still there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Divergences held out of the gate, currently none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Two kinds of case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parity/cases holds two flavours. The format cases are the bulk of the suite because the format mini-language is deterministic and stable across tmux versions.</a:t>
            </a:r>
            <a:endParaRPr lang="en-US" sz="2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2735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32104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Flavour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What it is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*.fmt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One tmux FORMAT string, expanded with display-message -p against a fresh detached session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*.sh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A shell scenario; $TM is the binary already bound to a private socket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Case examples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Cases are small and single-purpose, number-prefixed by category.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3627120"/>
          </a:xfrm>
          <a:prstGeom prst="roundRect">
            <a:avLst>
              <a:gd name="adj" fmla="val 3025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parity/cases/010_arith_add.fmt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#{e|+|:2,3}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parity/cases/100_list_windows_after_neww.sh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$TM new-window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$TM list-windows -F '#{window_index}'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Isolation and determinism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For every case the runner starts an isolated server per binary with its own socket, -f /dev/null and a fixed 80x24 geometry, under a timeout, then kills the server and compares.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80x24, LC_ALL=C, -f /dev/null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#{host}, #{version}, #{pid}, wall-clock times, socket paths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Computed formats over version-sensitive option defaults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One isolated server per binary, per case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CI ratchet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Parity vs vendored tmux job runs the full suite in CI and uploads the failure log. Now that the suite is green it is a blocking ratchet: a case that diverges fails the pipeline.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85110"/>
            <a:ext cx="10515600" cy="3341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Regression in ported behaviour cannot land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Failure log is uploaded as an artifact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Same shape as the strykelang suite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 gap that stays open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5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mouse_scrollbar_locations.sh remains in known_gaps. Scrollbar geometry and drawing are ported, but the keyc mouse table is the older flat six-location enum where the C computes base + (button &lt;&lt; 8) + location.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SCROLLBAR_UP, _SLIDER, _DOWN and CONTROL0-9 have no key code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49758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Five default root bindings have nothing to attach to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7220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An encoding migration, not a patch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84682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effect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Would retire the sort in case 1498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Growing the suite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Add a .fmt or .sh file under parity/cases. To record a divergence ztmux does not yet match, add a .sh under parity/known_gaps and confirm it with run_known_gaps.sh.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802640"/>
          </a:xfrm>
          <a:prstGeom prst="roundRect">
            <a:avLst>
              <a:gd name="adj" fmla="val 1367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parity/run_known_gaps.sh   # GAP = still unported; CLOSED = promote it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09695"/>
            <a:ext cx="10515600" cy="2216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The runner is an advisory tripwire: it exits non-zero only when a gap closes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Empty directory exits 2 on purpose rather than reporting success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Regress and fuzz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regress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tmux's own regression scripts run against ztmux, and a fuzz target compares behaviour with real tmux.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regress/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32 of tmux's own regression scripts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fuzz/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cargo-fuzz target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Fuzzing against real tmux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scripts/gen_port_report.py builds the port report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the C libraries went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ztmux links only libc beyond the platform libraries; there is nothing to pkg-config.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tmux depends on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ztmux uses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libevent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src/extensions/event_loop, in Rust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ncurses terminfo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terminfo-lean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libutf8proc, jemalloc, ncursesw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Not linked; the README lists only libSystem, libiconv, CoreFoundation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Platform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libSystem, libiconv, CoreFoundation on macOS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Extensions are not the 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Extensions live under src/extensions apart from the ported core, and are exempt from the anti-drift gate precisely because they are not tmux.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114 subcommands today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Read-only queries or small mutating helpers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Every one accepts -o json or --json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ztmux verbs, man ztmux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Ratatui is a separate draw path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original UI is rendered with ratatui rather than tmux's server draw. With @ztmux-ratatui off the default draw path and the byte-for-byte parity suite are untouched.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 for interactive surfaces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switch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@ztmux-ratatui off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client redraw composites cells into a cached scene of spans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Screens compared against tmux through a VT emulator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ztmux and ztmux-core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ztmux-core is a native tmux client engine that speaks the wire protocol to an existing server for GUI hosts. This repo is the whole server and client.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Pairing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Both pin PROTOCOL_VERSION = 8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src/ported/tmux_protocol_h.rs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src/transport.rs in ztmux-core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Upstream's release cadence cannot break the contract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Diagnostics from the server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server that has been up for days is the one that hits the bug, so abnormal exits are recorded unconditionally.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server-crash-&lt;pid&gt;.txt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Backtrace on abnormal exit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server-panic-&lt;pid&gt;.txt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Backtrace on a panic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key-tables.log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Each key-table destruction with caller backtrace and counts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Names the path behind a server that lost every binding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Cost against tmux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From scripts/bench_vs_tmux.sh, ztmux 3.7.47 against tmux 3.7c on Darwin arm64, 2026-09-03. Timings are noisy; memory and size are reproducible.</a:t>
            </a:r>
            <a:endParaRPr lang="en-US" sz="2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7610"/>
          <a:ext cx="105156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011680"/>
                <a:gridCol w="2011680"/>
                <a:gridCol w="2103120"/>
              </a:tblGrid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Measurement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ztmux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tmux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Ratio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Cold start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25.42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24.73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1.03x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Warm round trip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10.55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9.37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1.13x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Server RSS, 1 window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6272 KiB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4160 KiB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1.51x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Binary on disk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7.9 MiB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977 KiB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8.24x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ztnative ABI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native plugin is a cdylib compiled against ztnative, a single file it copies into its own src, so it builds with no dependencies. It registers commands, formats and hooks through a versioned C ABI.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89860"/>
            <a:ext cx="10515600" cy="343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plugin-abi/ztnative.rs, one copied file, no crate dependency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Commands: a real cmd_entry parsed by tmux's own argument parser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Formats: a provider consulted during format expansion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Hooks: a subscription called when a notification fires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Host rules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Two rules the host enforces so a plugin can never corrupt the server.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wins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cmd_find scans tmux's own table first; registering an existing name fails the load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Unload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Registrations are purged before dlclose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Handlers are looked up by name at call time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Formats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same precedence applies to formats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Script plugins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tmux plugin drives the server by shelling out to tmux. znative runs each *.tmux file with a tmux shim first on PATH that execs this ztmux against this server's socket.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two-line script in $ZTMUX_HOME/pkg/bin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Otherwise bind-key reaches whatever tmux the machine has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ztmux adopts $TMUX only for a socket in its own directory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*.tmux files are made executable on copy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store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One content-addressed store under $ZTMUX_HOME/pkg with an index. There is no per-project manifest or lockfile.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One store, no lockfile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load is zero network once installed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owner/repo@ref recorded in the index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Reclaims store/&lt;name&gt;@&lt;version&gt; not pinned by the index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Plugin kind detection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With no ztnative.toml the kind is auto-detected.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</a:tblGrid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Condition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Kind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 prebuilt lib*.dylib or lib*.so at the repo root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native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 Cargo.toml mentioning cdylib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native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Any *.tmux file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script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None of these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znative reports it cannot determine the kind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Examples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Eight installable plugins in examples/, native and TPM-style.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5166360" cy="4008120"/>
          </a:xfrm>
          <a:prstGeom prst="roundRect">
            <a:avLst>
              <a:gd name="adj" fmla="val 273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rewrites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461772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plugin-prefix-highlight, plugin-sensible, plugin-continuum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172200" y="2118360"/>
            <a:ext cx="5166360" cy="4008120"/>
          </a:xfrm>
          <a:prstGeom prst="roundRect">
            <a:avLst>
              <a:gd name="adj" fmla="val 273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346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941320"/>
            <a:ext cx="461772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battery, hello, hooklog, sessionizer, tpm-style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Open items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Surface still unported, or that no case can reach yet, is tracked openly rather than counted as passing.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Where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What it holds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docs/BUGS.md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The bug log; open gaps are named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parity/known_gaps/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Proven-unported next-3.7 behaviour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parity/quarantine.txt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Cases held out of the gate; currently empty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Docs map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docs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Where to look first, by question.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48640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Question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Document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What are the porting rules?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docs/PORT.md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What is the parity status?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parity/PARITY_ROADMAP.md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What is still broken?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docs/BUGS.md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How do plugins work?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docs/ZNATIVE.md, plugin-abi/README.md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What is ported?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docs/port_report.html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to start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thing that is verifiable against the C or against real tmux.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99360"/>
            <a:ext cx="1051560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Re-run the parity suite and report any divergence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Pick an entry in docs/BUGS.md and trace it to a C line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Port an unported surface from parity/known_gaps with its back-link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Review plugin loading for safety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Open an issue with a case that runs in both multiplexers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wizard/RustroverProjects/MenkeTechnologiesMeta/ztmux/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github.com/MenkeTechnologies/ztmux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ztmux for developers</dc:title>
  <dc:subject>PptxGenJS Presentation</dc:subject>
  <dc:creator>PptxGenJS</dc:creator>
  <cp:lastModifiedBy>PptxGenJS</cp:lastModifiedBy>
  <cp:revision>1</cp:revision>
  <dcterms:created xsi:type="dcterms:W3CDTF">2026-10-10T00:41:07Z</dcterms:created>
  <dcterms:modified xsi:type="dcterms:W3CDTF">2026-10-10T00:41:07Z</dcterms:modified>
</cp:coreProperties>
</file>